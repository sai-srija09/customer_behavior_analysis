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Transactional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purchases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demographics, categories, and behavior patterns.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11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56494"/>
            <a:ext cx="3555117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1475" y="1688902"/>
            <a:ext cx="355511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18289" y="1156494"/>
            <a:ext cx="3555117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318289" y="1688902"/>
            <a:ext cx="355511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75103" y="1156494"/>
            <a:ext cx="3555117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975103" y="1688902"/>
            <a:ext cx="355511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75103" y="1931491"/>
            <a:ext cx="35551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78955"/>
            <a:ext cx="6958731" cy="394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9166" y="3864570"/>
            <a:ext cx="36073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29166" y="4139704"/>
            <a:ext cx="3607305" cy="54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Demographics: Age, Gender, Location, Subscription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Purchases: Category, Amount, Season, Size, Color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Behavior: Discount, Frequency, Review Rating, Shipping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9537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Python: Data Preparation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330424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1597422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719659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2072580"/>
            <a:ext cx="6296860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2609652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2876649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2998887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Missing Data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1475" y="3351808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by category median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3882529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149527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271764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 &amp; Engineer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61475" y="4624685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Snake_case, age_group, purchase_frequency_days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5155406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422404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544641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PostgreSQL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61475" y="5897563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DataFrame ready for SQL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 — a critical segment for targeted campaigns.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736997"/>
          </a:xfrm>
          <a:prstGeom prst="roundRect">
            <a:avLst>
              <a:gd name="adj" fmla="val 10772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 $157,890 · Female: $75,191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Ratings &amp; Shipping Insights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5299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Comparison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332776" y="2235299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28133" y="2430661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528133" y="2914948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029176" y="2235299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24533" y="2430661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224533" y="2914948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332776" y="362535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slightly more on average.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Breakdown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477393"/>
            <a:ext cx="2507394" cy="18132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48780" y="2691805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648780" y="3471366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· Avg spend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$59.87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9176" y="2477393"/>
            <a:ext cx="2507394" cy="18132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45180" y="2691805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345180" y="3176091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· Avg spend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$59.49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332776" y="450324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 spend per customer, but subscribers are only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base.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60997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5635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65041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60997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4563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65041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551833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37471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1558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486628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used discounts yet spent above average. Of repeat buyers (5+ purchases),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958 subscribe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2,518 who don't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Clothing: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Blouse, Pants, Shirt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Footwear: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Sandals, Shoes, Sneakers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Outerwear: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Jacket, Coat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Accessories: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Jewelry, Sunglasses, Belt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816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1413"/>
            <a:ext cx="6798001" cy="36629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4904879"/>
            <a:ext cx="10868745" cy="1396206"/>
          </a:xfrm>
          <a:prstGeom prst="roundRect">
            <a:avLst>
              <a:gd name="adj" fmla="val 3909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4911229"/>
            <a:ext cx="5428023" cy="691753"/>
          </a:xfrm>
          <a:custGeom>
            <a:avLst/>
            <a:gdLst/>
            <a:ahLst/>
            <a:cxnLst/>
            <a:rect l="l" t="t" r="r" b="b"/>
            <a:pathLst>
              <a:path w="5428023" h="691753">
                <a:moveTo>
                  <a:pt x="45483" y="0"/>
                </a:moveTo>
                <a:lnTo>
                  <a:pt x="5428023" y="0"/>
                </a:lnTo>
                <a:lnTo>
                  <a:pt x="5428023" y="691753"/>
                </a:lnTo>
                <a:lnTo>
                  <a:pt x="0" y="691753"/>
                </a:lnTo>
                <a:lnTo>
                  <a:pt x="0" y="45484"/>
                </a:lnTo>
                <a:arcTo hR="45484" wR="45483" stAng="10800000" swAng="5400000"/>
                <a:close/>
              </a:path>
            </a:pathLst>
          </a:custGeom>
          <a:solidFill>
            <a:srgbClr val="F7EDD4"/>
          </a:solidFill>
          <a:ln/>
        </p:spPr>
      </p:sp>
      <p:sp>
        <p:nvSpPr>
          <p:cNvPr id="6" name="Text 3"/>
          <p:cNvSpPr/>
          <p:nvPr/>
        </p:nvSpPr>
        <p:spPr>
          <a:xfrm>
            <a:off x="797699" y="5041106"/>
            <a:ext cx="516827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 Customers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7699" y="5297686"/>
            <a:ext cx="516827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transaction base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95848" y="4911229"/>
            <a:ext cx="5428023" cy="691753"/>
          </a:xfrm>
          <a:custGeom>
            <a:avLst/>
            <a:gdLst/>
            <a:ahLst/>
            <a:cxnLst/>
            <a:rect l="l" t="t" r="r" b="b"/>
            <a:pathLst>
              <a:path w="5428023" h="691753">
                <a:moveTo>
                  <a:pt x="0" y="0"/>
                </a:moveTo>
                <a:lnTo>
                  <a:pt x="5382540" y="0"/>
                </a:lnTo>
                <a:arcTo hR="45484" wR="45483" stAng="16200000" swAng="5400000"/>
                <a:lnTo>
                  <a:pt x="5428023" y="691753"/>
                </a:lnTo>
                <a:lnTo>
                  <a:pt x="0" y="691753"/>
                </a:lnTo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  <a:ln/>
        </p:spPr>
      </p:sp>
      <p:sp>
        <p:nvSpPr>
          <p:cNvPr id="9" name="Shape 6"/>
          <p:cNvSpPr/>
          <p:nvPr/>
        </p:nvSpPr>
        <p:spPr>
          <a:xfrm>
            <a:off x="6095848" y="4911229"/>
            <a:ext cx="19050" cy="691753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0" name="Text 7"/>
          <p:cNvSpPr/>
          <p:nvPr/>
        </p:nvSpPr>
        <p:spPr>
          <a:xfrm>
            <a:off x="6225722" y="5041106"/>
            <a:ext cx="516827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 Avg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25722" y="5297686"/>
            <a:ext cx="516827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 amount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7825" y="5602982"/>
            <a:ext cx="5428023" cy="691753"/>
          </a:xfrm>
          <a:custGeom>
            <a:avLst/>
            <a:gdLst/>
            <a:ahLst/>
            <a:cxnLst/>
            <a:rect l="l" t="t" r="r" b="b"/>
            <a:pathLst>
              <a:path w="5428023" h="691753">
                <a:moveTo>
                  <a:pt x="0" y="0"/>
                </a:moveTo>
                <a:lnTo>
                  <a:pt x="5428023" y="0"/>
                </a:lnTo>
                <a:lnTo>
                  <a:pt x="5428023" y="691753"/>
                </a:lnTo>
                <a:lnTo>
                  <a:pt x="45483" y="691753"/>
                </a:lnTo>
                <a:arcTo hR="45484" wR="45483" stAng="5400000" swAng="5400000"/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560298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4" name="Text 11"/>
          <p:cNvSpPr/>
          <p:nvPr/>
        </p:nvSpPr>
        <p:spPr>
          <a:xfrm>
            <a:off x="797699" y="5732859"/>
            <a:ext cx="516827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 Avg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97699" y="5989439"/>
            <a:ext cx="516827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95848" y="5602982"/>
            <a:ext cx="5428023" cy="691753"/>
          </a:xfrm>
          <a:custGeom>
            <a:avLst/>
            <a:gdLst/>
            <a:ahLst/>
            <a:cxnLst/>
            <a:rect l="l" t="t" r="r" b="b"/>
            <a:pathLst>
              <a:path w="5428023" h="691753">
                <a:moveTo>
                  <a:pt x="0" y="0"/>
                </a:moveTo>
                <a:lnTo>
                  <a:pt x="5428023" y="0"/>
                </a:lnTo>
                <a:lnTo>
                  <a:pt x="5428023" y="646269"/>
                </a:lnTo>
                <a:arcTo hR="45484" wR="45483" stAng="0" swAng="5400000"/>
                <a:lnTo>
                  <a:pt x="0" y="691753"/>
                </a:lnTo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5848" y="5602982"/>
            <a:ext cx="19050" cy="691753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48" y="560298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9" name="Text 16"/>
          <p:cNvSpPr/>
          <p:nvPr/>
        </p:nvSpPr>
        <p:spPr>
          <a:xfrm>
            <a:off x="6225722" y="5732859"/>
            <a:ext cx="516827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 Leads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25722" y="5989439"/>
            <a:ext cx="516827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$100K revenue, top category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73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72097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0177" y="2172097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370177" y="2580779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61221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0177" y="326122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370177" y="3669903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Loyal segment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350345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0177" y="435034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370177" y="4759027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439470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0177" y="543947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370177" y="584815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 shippers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2026-09-12T08:59:20Z</dcterms:created>
  <dcterms:modified xsi:type="dcterms:W3CDTF">2026-09-12T08:59:20Z</dcterms:modified>
</cp:coreProperties>
</file>